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228F2-8B3E-F686-960D-1247390E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63750B-24A8-39F6-9782-0A9BFE8BF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34E07-72F8-FB09-FC87-42863B17F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285AAD-A58E-73C8-0F03-9AD56818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C54EA0-4B9E-6CDD-C31C-55ECC8F9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59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54FCF-5667-1CF7-D1F0-2A290AD9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38B0D3-371A-81DA-6ECD-049C7928F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CCB90B-EAEA-0E67-CD41-3BB9CF51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7F671D-8825-739C-F0B4-BDD22746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892FBC-2C7C-9F3F-0226-DD6BA97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6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57352-8F02-0146-AE32-D18FC99B9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E91D09-EB1E-AEC5-2074-B2AD45B6B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250089-010E-8E9B-5E83-8063CF4A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329B6D-F31D-5076-6558-A9B31419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992D12-F1F8-2198-A446-20E67250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06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ED266-D1C1-79A9-61FE-7EE31C4B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75BE8F-02BD-00DF-DCA0-B81F8BFA7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28BC33-55F3-24CA-D338-AAC021804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7BA70D-01FF-EE8D-1F96-5C0DA13D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46C4E6-3D24-2479-164F-28B876EB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01A8F2-995F-1E77-CB60-B4A6FFD9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33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F20652-5740-E6CC-69F3-274B45554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5AEFE5-7C50-BDA9-1CBC-2392721B3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2BABD3-E188-4EB6-B0FA-820EE1822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FB74508-C063-90B4-6CA0-37709B56A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49C49F-3457-C389-CAF3-6D1240D6AC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EDF2115-5ACB-8A96-0606-00F8D2C2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EC25CF-3BAB-D8C8-D263-5D113380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1573D19-957A-B36D-F4BF-9022FABD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68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084F5-C825-AA58-7D36-BA5F57E7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17A3FE-A025-BE01-F1AD-85DA0622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873E6C2-75A7-B17C-B27D-05604ECA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ECC95B-1A42-3049-348D-41E8F2AC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31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76601F-10B7-AD06-BBF8-4DEDD144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75F57F-6446-E631-70F5-E566DF2C0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4A9458-F43B-3970-3B2B-62CE4B25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092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25C3E-6AF2-A67E-96D8-0C5A90F6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8140B7-F1FA-2E16-6D6B-B4ABD3BE0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9FF78C-B840-0305-89BF-6E26D4BA5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9456DF-4BFF-4EBA-3847-FF249F51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D525CC-A1DB-E3C1-8BAB-74F336FC3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1BE817-97E2-4772-A16E-40E25FF5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460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A571C-B2BC-9893-8D27-0DE1EC88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D9AAECB-0F5E-3829-588C-BF6D932C7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267400-D7AC-706B-DE11-A5C4C887A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F77C3C-88AC-F3D4-7466-8A3FBA614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3D40FA-F898-E7A5-FD2A-9DDE9241C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4C8324-DC25-B988-8C57-CCD5C7EF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43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C6A87-E636-EF80-D806-AEA0D822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D0B6A3-49C9-FFCF-9188-A672BAF0C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222E0F-49EF-A28A-9748-7A505F65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793889-66A3-74CE-2B69-E1725D76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4CAD60-2699-1E0D-E924-2177B2B5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90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92C986-732F-199B-3FCE-B2400B52C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4DD1E9-0435-C30E-21D1-AF209C904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30F87D-5931-FFB3-1664-EAE764DC4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DF0543-8901-8ADF-5CE7-DCD018A5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EB2B83-DAA5-1DF3-E241-84A5622A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1084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3B2334-1E23-5761-6494-DE6EA729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ED7BE7-F252-EAC7-EDF3-FCF075C9C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3159AC-A4A2-3389-07B9-48235D55C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8D797-D0C7-403D-9828-D9FCDC3ABC57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940C3B-63A5-5C0B-26E4-08F117989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E89066-8DE5-C89F-BBF5-873CEE761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72D10-0A40-4E4E-8CF0-D442BA32D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74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D704142-1EA5-D4C0-8932-D9B6BFC1D88C}"/>
              </a:ext>
            </a:extLst>
          </p:cNvPr>
          <p:cNvSpPr/>
          <p:nvPr/>
        </p:nvSpPr>
        <p:spPr>
          <a:xfrm>
            <a:off x="322729" y="367554"/>
            <a:ext cx="9592236" cy="570154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208A62C-79AA-34CD-5B70-C6435FA715DE}"/>
              </a:ext>
            </a:extLst>
          </p:cNvPr>
          <p:cNvSpPr/>
          <p:nvPr/>
        </p:nvSpPr>
        <p:spPr>
          <a:xfrm>
            <a:off x="322729" y="376518"/>
            <a:ext cx="9592236" cy="1416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CFB9191-E021-3962-28ED-43AB87D650CE}"/>
              </a:ext>
            </a:extLst>
          </p:cNvPr>
          <p:cNvSpPr/>
          <p:nvPr/>
        </p:nvSpPr>
        <p:spPr>
          <a:xfrm>
            <a:off x="322729" y="1801905"/>
            <a:ext cx="9592236" cy="141642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8135D47-D690-311E-904D-F88CEC485494}"/>
              </a:ext>
            </a:extLst>
          </p:cNvPr>
          <p:cNvSpPr/>
          <p:nvPr/>
        </p:nvSpPr>
        <p:spPr>
          <a:xfrm>
            <a:off x="322729" y="3227292"/>
            <a:ext cx="9592236" cy="14164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1DC6BAE-8421-EC8D-3531-F20AD42F5A0A}"/>
              </a:ext>
            </a:extLst>
          </p:cNvPr>
          <p:cNvSpPr/>
          <p:nvPr/>
        </p:nvSpPr>
        <p:spPr>
          <a:xfrm>
            <a:off x="322729" y="4652679"/>
            <a:ext cx="9592236" cy="141642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C8A4DCC-C79B-5B18-FA15-0BD6BC5B541D}"/>
              </a:ext>
            </a:extLst>
          </p:cNvPr>
          <p:cNvSpPr/>
          <p:nvPr/>
        </p:nvSpPr>
        <p:spPr>
          <a:xfrm>
            <a:off x="7646894" y="3720353"/>
            <a:ext cx="2268071" cy="203498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266F1FD-FADB-C068-CB89-0E4789359EE4}"/>
              </a:ext>
            </a:extLst>
          </p:cNvPr>
          <p:cNvSpPr txBox="1"/>
          <p:nvPr/>
        </p:nvSpPr>
        <p:spPr>
          <a:xfrm>
            <a:off x="322729" y="776952"/>
            <a:ext cx="73241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External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(Web application, mobile application, other APIs and etc.)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C68960D-620E-8450-03BE-1E1C2D81BE59}"/>
              </a:ext>
            </a:extLst>
          </p:cNvPr>
          <p:cNvSpPr txBox="1"/>
          <p:nvPr/>
        </p:nvSpPr>
        <p:spPr>
          <a:xfrm>
            <a:off x="322729" y="2193375"/>
            <a:ext cx="73241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Controller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Handles HTTP request/response from/to frontend or other applications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308ED78-9AE3-232C-ADEB-BF2E81FD73E3}"/>
              </a:ext>
            </a:extLst>
          </p:cNvPr>
          <p:cNvSpPr txBox="1"/>
          <p:nvPr/>
        </p:nvSpPr>
        <p:spPr>
          <a:xfrm>
            <a:off x="322729" y="3639673"/>
            <a:ext cx="73241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Application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Domain orchestration, view model to/from business model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04C68C-32EB-3C5D-E8A7-544E1039F754}"/>
              </a:ext>
            </a:extLst>
          </p:cNvPr>
          <p:cNvSpPr txBox="1"/>
          <p:nvPr/>
        </p:nvSpPr>
        <p:spPr>
          <a:xfrm>
            <a:off x="322728" y="5053113"/>
            <a:ext cx="732416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Domain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Domain entities and businesses rules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9D496FA-D8DC-6756-871E-9302D16327E5}"/>
              </a:ext>
            </a:extLst>
          </p:cNvPr>
          <p:cNvSpPr txBox="1"/>
          <p:nvPr/>
        </p:nvSpPr>
        <p:spPr>
          <a:xfrm rot="16200000">
            <a:off x="7763435" y="4306960"/>
            <a:ext cx="20349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Infrastructure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Data persistence and retrieve 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56CDDB67-7CBA-008F-7456-8AFDB50AC870}"/>
              </a:ext>
            </a:extLst>
          </p:cNvPr>
          <p:cNvSpPr/>
          <p:nvPr/>
        </p:nvSpPr>
        <p:spPr>
          <a:xfrm>
            <a:off x="3774141" y="1480662"/>
            <a:ext cx="475130" cy="64248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1716684B-03C0-57AA-E5A7-7A5CFDBF0053}"/>
              </a:ext>
            </a:extLst>
          </p:cNvPr>
          <p:cNvSpPr/>
          <p:nvPr/>
        </p:nvSpPr>
        <p:spPr>
          <a:xfrm>
            <a:off x="3747245" y="2994209"/>
            <a:ext cx="475130" cy="64248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487DECFF-FCEB-41FB-A7C4-CBCE84970398}"/>
              </a:ext>
            </a:extLst>
          </p:cNvPr>
          <p:cNvSpPr/>
          <p:nvPr/>
        </p:nvSpPr>
        <p:spPr>
          <a:xfrm>
            <a:off x="3747245" y="4416605"/>
            <a:ext cx="475130" cy="64248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ilindro 20">
            <a:extLst>
              <a:ext uri="{FF2B5EF4-FFF2-40B4-BE49-F238E27FC236}">
                <a16:creationId xmlns:a16="http://schemas.microsoft.com/office/drawing/2014/main" id="{18814644-1520-4D75-9923-0A786ED3E040}"/>
              </a:ext>
            </a:extLst>
          </p:cNvPr>
          <p:cNvSpPr/>
          <p:nvPr/>
        </p:nvSpPr>
        <p:spPr>
          <a:xfrm>
            <a:off x="10636041" y="4343386"/>
            <a:ext cx="1084730" cy="113256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endParaRPr lang="pt-BR" dirty="0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15A39507-A14A-166D-8553-40FE9A68B6E8}"/>
              </a:ext>
            </a:extLst>
          </p:cNvPr>
          <p:cNvSpPr/>
          <p:nvPr/>
        </p:nvSpPr>
        <p:spPr>
          <a:xfrm rot="5400000">
            <a:off x="10142527" y="4954726"/>
            <a:ext cx="265952" cy="44479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Seta: da Esquerda para a Direita 23">
            <a:extLst>
              <a:ext uri="{FF2B5EF4-FFF2-40B4-BE49-F238E27FC236}">
                <a16:creationId xmlns:a16="http://schemas.microsoft.com/office/drawing/2014/main" id="{EFBBE10B-CCE1-B022-6D97-7E40E9283C25}"/>
              </a:ext>
            </a:extLst>
          </p:cNvPr>
          <p:cNvSpPr/>
          <p:nvPr/>
        </p:nvSpPr>
        <p:spPr>
          <a:xfrm>
            <a:off x="7215441" y="5044149"/>
            <a:ext cx="861775" cy="4437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Seta: para Baixo 26">
            <a:extLst>
              <a:ext uri="{FF2B5EF4-FFF2-40B4-BE49-F238E27FC236}">
                <a16:creationId xmlns:a16="http://schemas.microsoft.com/office/drawing/2014/main" id="{C0AEC0D8-E459-46F3-0752-700875FA7CCC}"/>
              </a:ext>
            </a:extLst>
          </p:cNvPr>
          <p:cNvSpPr/>
          <p:nvPr/>
        </p:nvSpPr>
        <p:spPr>
          <a:xfrm rot="16200000">
            <a:off x="10142527" y="4554292"/>
            <a:ext cx="265952" cy="44479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: para Baixo 27">
            <a:extLst>
              <a:ext uri="{FF2B5EF4-FFF2-40B4-BE49-F238E27FC236}">
                <a16:creationId xmlns:a16="http://schemas.microsoft.com/office/drawing/2014/main" id="{48C95BE6-9273-C3BC-1071-EF34D6F8976D}"/>
              </a:ext>
            </a:extLst>
          </p:cNvPr>
          <p:cNvSpPr/>
          <p:nvPr/>
        </p:nvSpPr>
        <p:spPr>
          <a:xfrm rot="5400000">
            <a:off x="7300246" y="3863774"/>
            <a:ext cx="475130" cy="64248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500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49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Nilson Durval</dc:creator>
  <cp:lastModifiedBy>Nilson Durval</cp:lastModifiedBy>
  <cp:revision>7</cp:revision>
  <dcterms:created xsi:type="dcterms:W3CDTF">2025-12-17T17:28:33Z</dcterms:created>
  <dcterms:modified xsi:type="dcterms:W3CDTF">2025-12-17T18:07:38Z</dcterms:modified>
</cp:coreProperties>
</file>